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7" r:id="rId2"/>
    <p:sldId id="258" r:id="rId3"/>
    <p:sldId id="259" r:id="rId4"/>
    <p:sldId id="260" r:id="rId5"/>
    <p:sldId id="261" r:id="rId6"/>
    <p:sldId id="262" r:id="rId7"/>
    <p:sldId id="263" r:id="rId8"/>
    <p:sldId id="297"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6" r:id="rId39"/>
  </p:sldIdLst>
  <p:sldSz cx="6070600" cy="3422650"/>
  <p:notesSz cx="6070600" cy="34226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1494" y="-486"/>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43"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44"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45"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46"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47"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48"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‹Nº›</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623" name="Holder 2"/>
          <p:cNvSpPr>
            <a:spLocks noGrp="1"/>
          </p:cNvSpPr>
          <p:nvPr>
            <p:ph type="ctrTitle"/>
          </p:nvPr>
        </p:nvSpPr>
        <p:spPr>
          <a:xfrm>
            <a:off x="455771" y="1061021"/>
            <a:ext cx="5165407" cy="228600"/>
          </a:xfrm>
          <a:prstGeom prst="rect">
            <a:avLst/>
          </a:prstGeom>
        </p:spPr>
        <p:txBody>
          <a:bodyPr wrap="square" lIns="0" tIns="0" rIns="0" bIns="0">
            <a:spAutoFit/>
          </a:bodyPr>
          <a:lstStyle/>
          <a:p>
            <a:endParaRPr/>
          </a:p>
        </p:txBody>
      </p:sp>
      <p:sp>
        <p:nvSpPr>
          <p:cNvPr id="1048624" name="Holder 3"/>
          <p:cNvSpPr>
            <a:spLocks noGrp="1"/>
          </p:cNvSpPr>
          <p:nvPr>
            <p:ph type="subTitle" idx="4"/>
          </p:nvPr>
        </p:nvSpPr>
        <p:spPr>
          <a:xfrm>
            <a:off x="911542" y="1916684"/>
            <a:ext cx="4253865" cy="228600"/>
          </a:xfrm>
          <a:prstGeom prst="rect">
            <a:avLst/>
          </a:prstGeom>
        </p:spPr>
        <p:txBody>
          <a:bodyPr wrap="square" lIns="0" tIns="0" rIns="0" bIns="0">
            <a:spAutoFit/>
          </a:bodyPr>
          <a:lstStyle/>
          <a:p>
            <a:endParaRPr/>
          </a:p>
        </p:txBody>
      </p:sp>
      <p:sp>
        <p:nvSpPr>
          <p:cNvPr id="1048625"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6"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12-Sep-23</a:t>
            </a:fld>
            <a:endParaRPr lang="en-US"/>
          </a:p>
        </p:txBody>
      </p:sp>
      <p:sp>
        <p:nvSpPr>
          <p:cNvPr id="1048627"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28" name="Holder 2"/>
          <p:cNvSpPr>
            <a:spLocks noGrp="1"/>
          </p:cNvSpPr>
          <p:nvPr>
            <p:ph type="title"/>
          </p:nvPr>
        </p:nvSpPr>
        <p:spPr>
          <a:xfrm>
            <a:off x="303847" y="136906"/>
            <a:ext cx="5469255" cy="228600"/>
          </a:xfrm>
        </p:spPr>
        <p:txBody>
          <a:bodyPr lIns="0" tIns="0" rIns="0" bIns="0"/>
          <a:lstStyle/>
          <a:p>
            <a:endParaRPr/>
          </a:p>
        </p:txBody>
      </p:sp>
      <p:sp>
        <p:nvSpPr>
          <p:cNvPr id="1048629" name="Holder 3"/>
          <p:cNvSpPr>
            <a:spLocks noGrp="1"/>
          </p:cNvSpPr>
          <p:nvPr>
            <p:ph type="body" idx="1"/>
          </p:nvPr>
        </p:nvSpPr>
        <p:spPr>
          <a:xfrm>
            <a:off x="303847" y="787209"/>
            <a:ext cx="5469255" cy="228600"/>
          </a:xfrm>
        </p:spPr>
        <p:txBody>
          <a:bodyPr lIns="0" tIns="0" rIns="0" bIns="0"/>
          <a:lstStyle/>
          <a:p>
            <a:endParaRPr/>
          </a:p>
        </p:txBody>
      </p:sp>
      <p:sp>
        <p:nvSpPr>
          <p:cNvPr id="1048630"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31"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12-Sep-23</a:t>
            </a:fld>
            <a:endParaRPr lang="en-US"/>
          </a:p>
        </p:txBody>
      </p:sp>
      <p:sp>
        <p:nvSpPr>
          <p:cNvPr id="1048632"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633" name="Holder 2"/>
          <p:cNvSpPr>
            <a:spLocks noGrp="1"/>
          </p:cNvSpPr>
          <p:nvPr>
            <p:ph type="title"/>
          </p:nvPr>
        </p:nvSpPr>
        <p:spPr>
          <a:xfrm>
            <a:off x="303847" y="136906"/>
            <a:ext cx="5469255" cy="228600"/>
          </a:xfrm>
        </p:spPr>
        <p:txBody>
          <a:bodyPr lIns="0" tIns="0" rIns="0" bIns="0"/>
          <a:lstStyle/>
          <a:p>
            <a:endParaRPr/>
          </a:p>
        </p:txBody>
      </p:sp>
      <p:sp>
        <p:nvSpPr>
          <p:cNvPr id="1048634" name="Holder 3"/>
          <p:cNvSpPr>
            <a:spLocks noGrp="1"/>
          </p:cNvSpPr>
          <p:nvPr>
            <p:ph sz="half" idx="2"/>
          </p:nvPr>
        </p:nvSpPr>
        <p:spPr>
          <a:xfrm>
            <a:off x="303847" y="787209"/>
            <a:ext cx="2643473" cy="228600"/>
          </a:xfrm>
          <a:prstGeom prst="rect">
            <a:avLst/>
          </a:prstGeom>
        </p:spPr>
        <p:txBody>
          <a:bodyPr wrap="square" lIns="0" tIns="0" rIns="0" bIns="0">
            <a:spAutoFit/>
          </a:bodyPr>
          <a:lstStyle/>
          <a:p>
            <a:endParaRPr/>
          </a:p>
        </p:txBody>
      </p:sp>
      <p:sp>
        <p:nvSpPr>
          <p:cNvPr id="1048635" name="Holder 4"/>
          <p:cNvSpPr>
            <a:spLocks noGrp="1"/>
          </p:cNvSpPr>
          <p:nvPr>
            <p:ph sz="half" idx="3"/>
          </p:nvPr>
        </p:nvSpPr>
        <p:spPr>
          <a:xfrm>
            <a:off x="3129629" y="787209"/>
            <a:ext cx="2643473" cy="228600"/>
          </a:xfrm>
          <a:prstGeom prst="rect">
            <a:avLst/>
          </a:prstGeom>
        </p:spPr>
        <p:txBody>
          <a:bodyPr wrap="square" lIns="0" tIns="0" rIns="0" bIns="0">
            <a:spAutoFit/>
          </a:bodyPr>
          <a:lstStyle/>
          <a:p>
            <a:endParaRPr/>
          </a:p>
        </p:txBody>
      </p:sp>
      <p:sp>
        <p:nvSpPr>
          <p:cNvPr id="1048636"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37"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12-Sep-23</a:t>
            </a:fld>
            <a:endParaRPr lang="en-US"/>
          </a:p>
        </p:txBody>
      </p:sp>
      <p:sp>
        <p:nvSpPr>
          <p:cNvPr id="1048638"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639" name="Holder 2"/>
          <p:cNvSpPr>
            <a:spLocks noGrp="1"/>
          </p:cNvSpPr>
          <p:nvPr>
            <p:ph type="title"/>
          </p:nvPr>
        </p:nvSpPr>
        <p:spPr>
          <a:xfrm>
            <a:off x="303847" y="136906"/>
            <a:ext cx="5469255" cy="228600"/>
          </a:xfrm>
        </p:spPr>
        <p:txBody>
          <a:bodyPr lIns="0" tIns="0" rIns="0" bIns="0"/>
          <a:lstStyle/>
          <a:p>
            <a:endParaRPr/>
          </a:p>
        </p:txBody>
      </p:sp>
      <p:sp>
        <p:nvSpPr>
          <p:cNvPr id="1048640"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41"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12-Sep-23</a:t>
            </a:fld>
            <a:endParaRPr lang="en-US"/>
          </a:p>
        </p:txBody>
      </p:sp>
      <p:sp>
        <p:nvSpPr>
          <p:cNvPr id="1048642"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048581"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2"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12-Sep-23</a:t>
            </a:fld>
            <a:endParaRPr lang="en-US"/>
          </a:p>
        </p:txBody>
      </p:sp>
      <p:sp>
        <p:nvSpPr>
          <p:cNvPr id="1048583"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Holder 2"/>
          <p:cNvSpPr>
            <a:spLocks noGrp="1"/>
          </p:cNvSpPr>
          <p:nvPr>
            <p:ph type="title"/>
          </p:nvPr>
        </p:nvSpPr>
        <p:spPr>
          <a:xfrm>
            <a:off x="303847" y="136906"/>
            <a:ext cx="5469255" cy="547624"/>
          </a:xfrm>
          <a:prstGeom prst="rect">
            <a:avLst/>
          </a:prstGeom>
        </p:spPr>
        <p:txBody>
          <a:bodyPr wrap="square" lIns="0" tIns="0" rIns="0" bIns="0">
            <a:spAutoFit/>
          </a:bodyPr>
          <a:lstStyle/>
          <a:p>
            <a:endParaRPr/>
          </a:p>
        </p:txBody>
      </p:sp>
      <p:sp>
        <p:nvSpPr>
          <p:cNvPr id="1048577" name="Holder 3"/>
          <p:cNvSpPr>
            <a:spLocks noGrp="1"/>
          </p:cNvSpPr>
          <p:nvPr>
            <p:ph type="body" idx="1"/>
          </p:nvPr>
        </p:nvSpPr>
        <p:spPr>
          <a:xfrm>
            <a:off x="303847" y="787209"/>
            <a:ext cx="5469255" cy="2258949"/>
          </a:xfrm>
          <a:prstGeom prst="rect">
            <a:avLst/>
          </a:prstGeom>
        </p:spPr>
        <p:txBody>
          <a:bodyPr wrap="square" lIns="0" tIns="0" rIns="0" bIns="0">
            <a:spAutoFit/>
          </a:bodyPr>
          <a:lstStyle/>
          <a:p>
            <a:endParaRPr/>
          </a:p>
        </p:txBody>
      </p:sp>
      <p:sp>
        <p:nvSpPr>
          <p:cNvPr id="1048578" name="Holder 4"/>
          <p:cNvSpPr>
            <a:spLocks noGrp="1"/>
          </p:cNvSpPr>
          <p:nvPr>
            <p:ph type="ftr" sz="quarter" idx="5"/>
          </p:nvPr>
        </p:nvSpPr>
        <p:spPr>
          <a:xfrm>
            <a:off x="2066163" y="3183064"/>
            <a:ext cx="1944624" cy="17113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79" name="Holder 5"/>
          <p:cNvSpPr>
            <a:spLocks noGrp="1"/>
          </p:cNvSpPr>
          <p:nvPr>
            <p:ph type="dt" sz="half" idx="6"/>
          </p:nvPr>
        </p:nvSpPr>
        <p:spPr>
          <a:xfrm>
            <a:off x="303847" y="3183064"/>
            <a:ext cx="1397698" cy="17113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12-Sep-23</a:t>
            </a:fld>
            <a:endParaRPr lang="en-US"/>
          </a:p>
        </p:txBody>
      </p:sp>
      <p:sp>
        <p:nvSpPr>
          <p:cNvPr id="1048580" name="Holder 6"/>
          <p:cNvSpPr>
            <a:spLocks noGrp="1"/>
          </p:cNvSpPr>
          <p:nvPr>
            <p:ph type="sldNum" sz="quarter" idx="7"/>
          </p:nvPr>
        </p:nvSpPr>
        <p:spPr>
          <a:xfrm>
            <a:off x="4375404" y="3183064"/>
            <a:ext cx="1397698" cy="17113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1" name="TextBox 1048647"/>
          <p:cNvSpPr txBox="1"/>
          <p:nvPr/>
        </p:nvSpPr>
        <p:spPr>
          <a:xfrm>
            <a:off x="408693" y="281668"/>
            <a:ext cx="4000000" cy="646331"/>
          </a:xfrm>
          <a:prstGeom prst="rect">
            <a:avLst/>
          </a:prstGeom>
        </p:spPr>
        <p:txBody>
          <a:bodyPr wrap="square" rtlCol="0">
            <a:spAutoFit/>
          </a:bodyPr>
          <a:lstStyle/>
          <a:p>
            <a:pPr algn="ctr"/>
            <a:r>
              <a:rPr lang="en-US" sz="3600" b="1" i="0" u="none" dirty="0" smtClean="0">
                <a:solidFill>
                  <a:srgbClr val="BF0000"/>
                </a:solidFill>
                <a:effectLst>
                  <a:outerShdw blurRad="38100" dist="38100" dir="2700000" algn="br" rotWithShape="0">
                    <a:srgbClr val="000000"/>
                  </a:outerShdw>
                </a:effectLst>
              </a:rPr>
              <a:t>EPISTAXIS</a:t>
            </a:r>
            <a:endParaRPr lang="en-US" sz="3600" b="1" i="0" u="none" dirty="0">
              <a:solidFill>
                <a:srgbClr val="BF0000"/>
              </a:solidFill>
              <a:effectLst>
                <a:outerShdw blurRad="38100" dist="38100" dir="2700000" algn="br" rotWithShape="0">
                  <a:srgbClr val="000000"/>
                </a:outerShdw>
              </a:effectLst>
            </a:endParaRPr>
          </a:p>
        </p:txBody>
      </p:sp>
      <p:sp>
        <p:nvSpPr>
          <p:cNvPr id="1048592" name="TextBox 1048648"/>
          <p:cNvSpPr txBox="1"/>
          <p:nvPr/>
        </p:nvSpPr>
        <p:spPr>
          <a:xfrm>
            <a:off x="2120900" y="1501775"/>
            <a:ext cx="3810000" cy="1384995"/>
          </a:xfrm>
          <a:prstGeom prst="rect">
            <a:avLst/>
          </a:prstGeom>
        </p:spPr>
        <p:txBody>
          <a:bodyPr vert="horz" wrap="square" rtlCol="0" anchor="t">
            <a:spAutoFit/>
          </a:bodyPr>
          <a:lstStyle/>
          <a:p>
            <a:pPr algn="r"/>
            <a:endParaRPr lang="en-US" sz="2800" b="1" dirty="0" smtClean="0">
              <a:solidFill>
                <a:srgbClr val="02A5E3"/>
              </a:solidFill>
              <a:effectLst>
                <a:outerShdw blurRad="38100" dist="38100" dir="2700000" algn="br" rotWithShape="0">
                  <a:srgbClr val="000000"/>
                </a:outerShdw>
              </a:effectLst>
            </a:endParaRPr>
          </a:p>
          <a:p>
            <a:pPr algn="r"/>
            <a:r>
              <a:rPr lang="en-US" sz="2800" b="1" dirty="0" smtClean="0">
                <a:solidFill>
                  <a:srgbClr val="02A5E3"/>
                </a:solidFill>
                <a:effectLst>
                  <a:outerShdw blurRad="38100" dist="38100" dir="2700000" algn="br" rotWithShape="0">
                    <a:srgbClr val="000000"/>
                  </a:outerShdw>
                </a:effectLst>
              </a:rPr>
              <a:t>ENT </a:t>
            </a:r>
            <a:r>
              <a:rPr lang="en-US" sz="2800" b="1" dirty="0">
                <a:solidFill>
                  <a:srgbClr val="02A5E3"/>
                </a:solidFill>
                <a:effectLst>
                  <a:outerShdw blurRad="38100" dist="38100" dir="2700000" algn="br" rotWithShape="0">
                    <a:srgbClr val="000000"/>
                  </a:outerShdw>
                </a:effectLst>
              </a:rPr>
              <a:t>DEPARTMENT </a:t>
            </a:r>
          </a:p>
        </p:txBody>
      </p:sp>
      <p:pic>
        <p:nvPicPr>
          <p:cNvPr id="2097156" name="2097155 Imagen"/>
          <p:cNvPicPr>
            <a:picLocks/>
          </p:cNvPicPr>
          <p:nvPr/>
        </p:nvPicPr>
        <p:blipFill>
          <a:blip r:embed="rId2"/>
          <a:stretch>
            <a:fillRect/>
          </a:stretch>
        </p:blipFill>
        <p:spPr>
          <a:xfrm>
            <a:off x="0" y="1406525"/>
            <a:ext cx="1810831" cy="17919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3" name="object 2"/>
          <p:cNvSpPr/>
          <p:nvPr/>
        </p:nvSpPr>
        <p:spPr>
          <a:xfrm>
            <a:off x="914400" y="0"/>
            <a:ext cx="4124325" cy="275272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4" name="object 2"/>
          <p:cNvSpPr/>
          <p:nvPr/>
        </p:nvSpPr>
        <p:spPr>
          <a:xfrm>
            <a:off x="457200" y="228600"/>
            <a:ext cx="5334000" cy="20574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5" name="object 2"/>
          <p:cNvSpPr/>
          <p:nvPr/>
        </p:nvSpPr>
        <p:spPr>
          <a:xfrm>
            <a:off x="304800" y="381000"/>
            <a:ext cx="5486400" cy="298132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6" name="object 2"/>
          <p:cNvSpPr/>
          <p:nvPr/>
        </p:nvSpPr>
        <p:spPr>
          <a:xfrm>
            <a:off x="314325" y="142875"/>
            <a:ext cx="5638800" cy="321945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7" name="object 2"/>
          <p:cNvSpPr/>
          <p:nvPr/>
        </p:nvSpPr>
        <p:spPr>
          <a:xfrm>
            <a:off x="457200" y="447675"/>
            <a:ext cx="3276600" cy="28575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2" descr="https://tse3.mm.bing.net/th?id=OIP.9LLCdNl5prFb0uTm40mxCgHaFA&amp;pid=Api&amp;P=0&amp;h=220"/>
          <p:cNvPicPr>
            <a:picLocks noChangeAspect="1" noChangeArrowheads="1"/>
          </p:cNvPicPr>
          <p:nvPr/>
        </p:nvPicPr>
        <p:blipFill>
          <a:blip r:embed="rId2"/>
          <a:srcRect/>
          <a:stretch>
            <a:fillRect/>
          </a:stretch>
        </p:blipFill>
        <p:spPr bwMode="auto">
          <a:xfrm>
            <a:off x="139700" y="32580"/>
            <a:ext cx="5486400" cy="339007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2097153 Imagen"/>
          <p:cNvPicPr>
            <a:picLocks/>
          </p:cNvPicPr>
          <p:nvPr/>
        </p:nvPicPr>
        <p:blipFill>
          <a:blip r:embed="rId2" cstate="print"/>
          <a:stretch>
            <a:fillRect/>
          </a:stretch>
        </p:blipFill>
        <p:spPr>
          <a:xfrm>
            <a:off x="139700" y="0"/>
            <a:ext cx="2819401" cy="1863725"/>
          </a:xfrm>
          <a:prstGeom prst="rect">
            <a:avLst/>
          </a:prstGeom>
        </p:spPr>
      </p:pic>
      <p:pic>
        <p:nvPicPr>
          <p:cNvPr id="2097155" name="2097154 Imagen"/>
          <p:cNvPicPr>
            <a:picLocks/>
          </p:cNvPicPr>
          <p:nvPr/>
        </p:nvPicPr>
        <p:blipFill>
          <a:blip r:embed="rId3"/>
          <a:stretch>
            <a:fillRect/>
          </a:stretch>
        </p:blipFill>
        <p:spPr>
          <a:xfrm>
            <a:off x="3443456" y="0"/>
            <a:ext cx="2627143" cy="1635125"/>
          </a:xfrm>
          <a:prstGeom prst="rect">
            <a:avLst/>
          </a:prstGeom>
        </p:spPr>
      </p:pic>
      <p:sp>
        <p:nvSpPr>
          <p:cNvPr id="1048649" name="1048648 CuadroTexto"/>
          <p:cNvSpPr txBox="1"/>
          <p:nvPr/>
        </p:nvSpPr>
        <p:spPr>
          <a:xfrm>
            <a:off x="292100" y="1811157"/>
            <a:ext cx="5500404" cy="1611493"/>
          </a:xfrm>
          <a:prstGeom prst="rect">
            <a:avLst/>
          </a:prstGeom>
        </p:spPr>
        <p:txBody>
          <a:bodyPr wrap="square" rtlCol="0">
            <a:spAutoFit/>
          </a:bodyPr>
          <a:lstStyle/>
          <a:p>
            <a:pPr algn="l"/>
            <a:r>
              <a:rPr lang="en-US" sz="1400" b="1" dirty="0">
                <a:solidFill>
                  <a:srgbClr val="BF0000"/>
                </a:solidFill>
                <a:effectLst/>
              </a:rPr>
              <a:t>Due to the special nature of the blood supply to the human nose and surrounding area, it is possible, albeit extremely unlikely, for retrograde infection from the nasal area to spread to the brain, causing cavernous sinus thrombosis, meningitis, or brain abscess.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8" name="object 2"/>
          <p:cNvSpPr/>
          <p:nvPr/>
        </p:nvSpPr>
        <p:spPr>
          <a:xfrm>
            <a:off x="304800" y="142875"/>
            <a:ext cx="5495925" cy="306705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9" name="object 2"/>
          <p:cNvSpPr/>
          <p:nvPr/>
        </p:nvSpPr>
        <p:spPr>
          <a:xfrm>
            <a:off x="457200" y="228600"/>
            <a:ext cx="4191000" cy="298132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0" name="object 2"/>
          <p:cNvSpPr/>
          <p:nvPr/>
        </p:nvSpPr>
        <p:spPr>
          <a:xfrm>
            <a:off x="152400" y="152400"/>
            <a:ext cx="5562600" cy="28956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1" name="object 2"/>
          <p:cNvSpPr/>
          <p:nvPr/>
        </p:nvSpPr>
        <p:spPr>
          <a:xfrm>
            <a:off x="63500" y="0"/>
            <a:ext cx="5562600" cy="342264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2" name="object 2"/>
          <p:cNvSpPr/>
          <p:nvPr/>
        </p:nvSpPr>
        <p:spPr>
          <a:xfrm>
            <a:off x="238125" y="0"/>
            <a:ext cx="5553075" cy="31623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2" descr="https://tse4.mm.bing.net/th?id=OIP.cnNuVRiLLHAFhKblvXPKLgHaFG&amp;pid=Api&amp;P=0&amp;h=220"/>
          <p:cNvPicPr>
            <a:picLocks noChangeAspect="1" noChangeArrowheads="1"/>
          </p:cNvPicPr>
          <p:nvPr/>
        </p:nvPicPr>
        <p:blipFill>
          <a:blip r:embed="rId2"/>
          <a:srcRect/>
          <a:stretch>
            <a:fillRect/>
          </a:stretch>
        </p:blipFill>
        <p:spPr bwMode="auto">
          <a:xfrm>
            <a:off x="16410" y="0"/>
            <a:ext cx="5914490" cy="342265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3" name="object 2"/>
          <p:cNvSpPr/>
          <p:nvPr/>
        </p:nvSpPr>
        <p:spPr>
          <a:xfrm>
            <a:off x="457200" y="228600"/>
            <a:ext cx="5181600" cy="2286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4" name="object 2"/>
          <p:cNvSpPr/>
          <p:nvPr/>
        </p:nvSpPr>
        <p:spPr>
          <a:xfrm>
            <a:off x="304800" y="38100"/>
            <a:ext cx="5648325" cy="29337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0" name="object 2"/>
          <p:cNvSpPr/>
          <p:nvPr/>
        </p:nvSpPr>
        <p:spPr>
          <a:xfrm>
            <a:off x="304800" y="38100"/>
            <a:ext cx="5343525" cy="13335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8" name="object 2"/>
          <p:cNvSpPr/>
          <p:nvPr/>
        </p:nvSpPr>
        <p:spPr>
          <a:xfrm>
            <a:off x="304800" y="38100"/>
            <a:ext cx="5410200" cy="33147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6" name="object 2"/>
          <p:cNvSpPr/>
          <p:nvPr/>
        </p:nvSpPr>
        <p:spPr>
          <a:xfrm>
            <a:off x="304800" y="152400"/>
            <a:ext cx="5495925" cy="27432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4" name="object 2"/>
          <p:cNvSpPr/>
          <p:nvPr/>
        </p:nvSpPr>
        <p:spPr>
          <a:xfrm>
            <a:off x="457200" y="0"/>
            <a:ext cx="5343525" cy="28956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5" name="object 2"/>
          <p:cNvSpPr/>
          <p:nvPr/>
        </p:nvSpPr>
        <p:spPr>
          <a:xfrm>
            <a:off x="304800" y="152400"/>
            <a:ext cx="5495925" cy="23622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7" name="object 2"/>
          <p:cNvSpPr/>
          <p:nvPr/>
        </p:nvSpPr>
        <p:spPr>
          <a:xfrm>
            <a:off x="485775" y="295275"/>
            <a:ext cx="5305425" cy="291465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9" name="object 2"/>
          <p:cNvSpPr/>
          <p:nvPr/>
        </p:nvSpPr>
        <p:spPr>
          <a:xfrm>
            <a:off x="304800" y="152400"/>
            <a:ext cx="5495925" cy="300037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5" name="object 2"/>
          <p:cNvSpPr/>
          <p:nvPr/>
        </p:nvSpPr>
        <p:spPr>
          <a:xfrm>
            <a:off x="457200" y="228600"/>
            <a:ext cx="4705350" cy="3048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6" name="object 2"/>
          <p:cNvSpPr/>
          <p:nvPr/>
        </p:nvSpPr>
        <p:spPr>
          <a:xfrm>
            <a:off x="457200" y="533400"/>
            <a:ext cx="5410200" cy="25146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7" name="object 2"/>
          <p:cNvSpPr/>
          <p:nvPr/>
        </p:nvSpPr>
        <p:spPr>
          <a:xfrm>
            <a:off x="457200" y="381000"/>
            <a:ext cx="3124200" cy="28956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8" name="object 2"/>
          <p:cNvSpPr/>
          <p:nvPr/>
        </p:nvSpPr>
        <p:spPr>
          <a:xfrm>
            <a:off x="447675" y="142875"/>
            <a:ext cx="4733925" cy="305752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09" name="object 2"/>
          <p:cNvSpPr/>
          <p:nvPr/>
        </p:nvSpPr>
        <p:spPr>
          <a:xfrm>
            <a:off x="0" y="142875"/>
            <a:ext cx="5495925" cy="306705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0" name="object 2"/>
          <p:cNvSpPr/>
          <p:nvPr/>
        </p:nvSpPr>
        <p:spPr>
          <a:xfrm>
            <a:off x="314325" y="0"/>
            <a:ext cx="5486400" cy="341947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1" name="object 2"/>
          <p:cNvSpPr/>
          <p:nvPr/>
        </p:nvSpPr>
        <p:spPr>
          <a:xfrm>
            <a:off x="152400" y="228600"/>
            <a:ext cx="5334000" cy="298132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2" name="object 2"/>
          <p:cNvSpPr/>
          <p:nvPr/>
        </p:nvSpPr>
        <p:spPr>
          <a:xfrm>
            <a:off x="457200" y="228600"/>
            <a:ext cx="4800600" cy="294322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3" name="object 2"/>
          <p:cNvSpPr/>
          <p:nvPr/>
        </p:nvSpPr>
        <p:spPr>
          <a:xfrm>
            <a:off x="457200" y="685800"/>
            <a:ext cx="5410200" cy="151447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4" name="object 2"/>
          <p:cNvSpPr/>
          <p:nvPr/>
        </p:nvSpPr>
        <p:spPr>
          <a:xfrm>
            <a:off x="457200" y="914400"/>
            <a:ext cx="5105400" cy="10668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5" name="object 2"/>
          <p:cNvSpPr/>
          <p:nvPr/>
        </p:nvSpPr>
        <p:spPr>
          <a:xfrm>
            <a:off x="152400" y="295275"/>
            <a:ext cx="5800725" cy="305752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6" name="object 2"/>
          <p:cNvSpPr/>
          <p:nvPr/>
        </p:nvSpPr>
        <p:spPr>
          <a:xfrm>
            <a:off x="457200" y="304800"/>
            <a:ext cx="3819525" cy="28956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7" name="object 2"/>
          <p:cNvSpPr/>
          <p:nvPr/>
        </p:nvSpPr>
        <p:spPr>
          <a:xfrm>
            <a:off x="533400" y="381000"/>
            <a:ext cx="3200400" cy="28194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18" name="object 2"/>
          <p:cNvSpPr/>
          <p:nvPr/>
        </p:nvSpPr>
        <p:spPr>
          <a:xfrm>
            <a:off x="304800" y="228600"/>
            <a:ext cx="5257800" cy="319087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622" name="object 2"/>
          <p:cNvSpPr/>
          <p:nvPr/>
        </p:nvSpPr>
        <p:spPr>
          <a:xfrm>
            <a:off x="371475" y="152400"/>
            <a:ext cx="5267325" cy="32004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52</Words>
  <Application>Microsoft Office PowerPoint</Application>
  <PresentationFormat>Personalizado</PresentationFormat>
  <Paragraphs>4</Paragraphs>
  <Slides>38</Slides>
  <Notes>0</Notes>
  <HiddenSlides>0</HiddenSlides>
  <MMClips>0</MMClips>
  <ScaleCrop>false</ScaleCrop>
  <HeadingPairs>
    <vt:vector size="4" baseType="variant">
      <vt:variant>
        <vt:lpstr>Tema</vt:lpstr>
      </vt:variant>
      <vt:variant>
        <vt:i4>1</vt:i4>
      </vt:variant>
      <vt:variant>
        <vt:lpstr>Títulos de diapositiva</vt:lpstr>
      </vt:variant>
      <vt:variant>
        <vt:i4>38</vt:i4>
      </vt:variant>
    </vt:vector>
  </HeadingPairs>
  <TitlesOfParts>
    <vt:vector size="39" baseType="lpstr">
      <vt:lpstr>Office Theme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CPH2121</dc:creator>
  <cp:lastModifiedBy>user</cp:lastModifiedBy>
  <cp:revision>4</cp:revision>
  <dcterms:created xsi:type="dcterms:W3CDTF">2023-09-05T04:49:57Z</dcterms:created>
  <dcterms:modified xsi:type="dcterms:W3CDTF">2023-09-12T04:25:22Z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2023-09-05T00:00:00Z</vt:filetime>
  </property>
  <property fmtid="{D5CDD505-2E9C-101B-9397-08002B2CF9AE}" pid="3" name="LastSaved">
    <vt:filetime>2023-09-05T00:00:00Z</vt:filetime>
  </property>
  <property fmtid="{D5CDD505-2E9C-101B-9397-08002B2CF9AE}" pid="4" name="ICV">
    <vt:lpwstr>b91576c68bfd40619abba2f8df72795d</vt:lpwstr>
  </property>
</Properties>
</file>